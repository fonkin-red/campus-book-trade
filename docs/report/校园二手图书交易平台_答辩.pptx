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Microsoft YaHei"/>
              </a:defRPr>
            </a:pPr>
            <a:r>
              <a:t>校园二手图书交易平台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91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Microsoft YaHei"/>
              </a:defRPr>
            </a:pPr>
            <a:r>
              <a:t>中期/结项答辩汇报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学  院：计算机学院 ｜ 小组序号：17</a:t>
            </a:r>
            <a:br/>
            <a:r>
              <a:t>团队成员：王仁杰 / 陈佳熠 / 曹项登 / 肖司钦 / 虞露超</a:t>
            </a:r>
            <a:br/>
            <a:r>
              <a:t>指导老师：尹兆远 ｜ 汇报日期：2026年5月13日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项目背景与核心目标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用户需求与场景分析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技术栈与系统架构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核心功能实现展示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非功能设计与安全保障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团队协作与项目管理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总结、不足与未来展望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项目背景与核心目标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传统交易（毕业摆摊/班级群）信息分散、检索困难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交易状态不透明、沟通效率低、资源易浪费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构建轻量级 Web 平台，盘活闲置图书资源，降低购书成本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✅ 信息透明化：完整展示图书信息与卖家状态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✅ 交易流程化：浏览→收藏→加购→下单→发货→确认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✅ 管理便捷化：后台统一维护用户/分类/订单/公告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✅ 协作规范化：Git 版本控制，保留完整开发日志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目标用户与使用场景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核心场景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功能支撑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普通学生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出售/购买图书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发布信息、上传封面、分类筛选、关键词搜索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普通学生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订单与收藏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模拟付款、状态流转、确认收货、收藏夹管理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普通学生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个人中心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修改昵称、手机、邮箱、头像等基础资料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系统管理员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平台管控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用户启禁用、分类维护、全站订单监控、公告发布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技术栈与开发环境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技术选型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前端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Vue 3 + Vue Router + Pinia + Axios + Element Plus + Vite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Spring Boot 3.5.14 + MyBatis + JWT + Spring Security Crypto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MySQL 8.0.45（Navicat / 命令行管理）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工具链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VS Code / IDEA / Git / Maven / JDK 21 / Node.js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架构模式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前后端分离、RESTful API、本地文件存储、无状态鉴权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[表现层] Vue3 SPA ←→ Axios请求 ←→ 路由守卫/权限拦截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   ↓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[业务层] Spring Boot 控制器/服务层 ←→ JWT鉴权 ←→ 事务管理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   ↓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[数据层] MyBatis Mapper ←→ MySQL 8.0 ←→ 连接池优化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   ↓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[安全层] BCrypt密码加密 + 无状态Token + 接口级权限控制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核心功能实现（1/2）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已实现功能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🔐 用户模块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注册/登录、JWT签发校验、个人信息维护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📚 图书模块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首页分页列表、分类/搜索、详情展示、浏览量统计、发布/编辑/下架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📁 文件上传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封面上传、本地存储、删除时自动清理关联图片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🛒 购物车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增删改查、数量/选中状态调整、实时金额计算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核心功能实现（2/2）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已实现功能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📦 订单模块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创建订单→模拟付款→卖家发货→确认收货→取消订单（双视角列表）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⭐ 收藏模块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收藏/取消、列表查看、详情页状态实时判断（曹项登主责）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🛠️ 后台管理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用户启禁用、分类CRUD、全站订单管理、公告发布与展示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整体进度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所有规划功能均已 100% 完成，通过中期与结项测试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非功能设计与安全保障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⚡ 性能优化：分页查询 + 条件过滤，避免大数据量返回；核心页面加载 &lt;5s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🔒 数据安全：BCrypt 加密存储密码，登录通过 matches 验证，杜绝明文风险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🛡️ 权限控制：未登录 / 普通用户 / 管理员三级隔离；前端路由守卫 + 后端接口鉴权双重拦截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📦 资源管理：图片本地存储 + 关联清理机制，避免冗余文件堆积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系统演示（关键截图占位）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4572000" cy="1828800"/>
          </a:xfrm>
          <a:prstGeom prst="roundRect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🏠 首页图书列表与分类/搜索筛选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4572000" cy="1828800"/>
          </a:xfrm>
          <a:prstGeom prst="roundRect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📖 图书详情页 + 收藏状态切换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4572000" cy="1828800"/>
          </a:xfrm>
          <a:prstGeom prst="roundRect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🛒 购物车结算 → 模拟付款 → 订单生成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4572000" cy="1828800"/>
          </a:xfrm>
          <a:prstGeom prst="roundRect">
            <a:avLst/>
          </a:prstGeom>
          <a:solidFill>
            <a:srgbClr val="E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74903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⚙️ 后台管理面板（用户/分类/订单/公告）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团队协作与项目管理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🔄 版本控制：全程使用 Git，保留完整提交记录与问题修复日志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📝 文档规范：Markdown 统一撰写，过程性资源集中存放于 docs/report/assets/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👥 分工协作：全员参与全栈开发，模块责任到人（如收藏模块由曹项登主导）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📅 进度管理：中期完成架构与核心链路，结项补全测试、用户手册与优化迭代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总结、不足与未来展望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✅ 完整实现二手书交易业务闭环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✅ 前后端分离架构稳定，功能覆盖率 100%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✅ 符合课程中期/结项考核规范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⚠️ 暂未接入真实支付接口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⚠️ 图片依赖本地存储，高并发未压测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🚀 接入支付宝沙箱/微信支付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🚀 迁移至 OSS 云存储，引入推荐算法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  <a:latin typeface="Microsoft YaHei"/>
              </a:defRPr>
            </a:pPr>
            <a:r>
              <a:t>感谢指导老师尹兆远老师的悉心指导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Microsoft YaHei"/>
              </a:defRPr>
            </a:pPr>
            <a:r>
              <a:t>感谢评委老师的聆听与批评指正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❓ 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